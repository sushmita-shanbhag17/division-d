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Employee Skill Gap Analyser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Career Progression &amp; Personalized Learning</a:t>
            </a:r>
          </a:p>
          <a:p/>
          <a:p>
            <a:r>
              <a:t>Team D11 | Maitri · Ria · Sagar · Puneet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Modern Workforce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Job Roles: Technology evolves rapidly, making it hard to keep up.</a:t>
            </a:r>
          </a:p>
          <a:p>
            <a:r>
              <a:t>Vague Career Paths: Employees don't know exactly what skills they need to transition.</a:t>
            </a:r>
          </a:p>
          <a:p>
            <a:r>
              <a:t>Generic Training: HR prescribes 'one-size-fits-all' training instead of personalized plans.</a:t>
            </a:r>
          </a:p>
          <a:p>
            <a:r>
              <a:t>Manual Gap Analysis: Mapping skills against future requirements is tedious.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Skill Gap Analyser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Skill Assessment: Evaluates current proficiency against hardcoded industry standards.</a:t>
            </a:r>
          </a:p>
          <a:p>
            <a:r>
              <a:t>Instant Gap Matrix: Visually highlights areas of deficiency.</a:t>
            </a:r>
          </a:p>
          <a:p>
            <a:r>
              <a:t>AI Career Insights: Uses Groq LLM (Llama 3) for professional feedback.</a:t>
            </a:r>
          </a:p>
          <a:p>
            <a:r>
              <a:t>Targeted Recommendations: Queries Udemy dataset to suggest relevant courses.</a:t>
            </a:r>
          </a:p>
          <a:p>
            <a:r>
              <a:t>Auto-Generated Roadmap: Uses AI to generate a structured 6-month study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 dashboard for employee inputs.</a:t>
            </a:r>
          </a:p>
          <a:p>
            <a:r>
              <a:t>Core Engine: Standardizes inputs and calculates mathematical gap scores.</a:t>
            </a:r>
          </a:p>
          <a:p>
            <a:r>
              <a:t>Recommender: Parses missing skills against udemy_courses.csv.</a:t>
            </a:r>
          </a:p>
          <a:p>
            <a:r>
              <a:t>AI Integration: Connects to Groq Cloud (Llama 3) for roadmap generation.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Python</a:t>
            </a:r>
          </a:p>
          <a:p>
            <a:r>
              <a:t>Frontend Framework: Streamlit (Custom CSS)</a:t>
            </a:r>
          </a:p>
          <a:p>
            <a:r>
              <a:t>AI/LLM Provider: Groq API (Llama-3.3-70b)</a:t>
            </a:r>
          </a:p>
          <a:p>
            <a:r>
              <a:t>Datasets: O*NET Database &amp; Udemy Course Catalog</a:t>
            </a:r>
          </a:p>
          <a:p>
            <a:r>
              <a:t>Reporting: Python-docx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API Integrations: Pulling real-time course data from Udemy/Coursera.</a:t>
            </a:r>
          </a:p>
          <a:p>
            <a:r>
              <a:t>HR Dashboard: Unified view for managers to see department-wide gaps.</a:t>
            </a:r>
          </a:p>
          <a:p>
            <a:r>
              <a:t>Resume Parsing: Automatically extract current skill levels from CV uploads.</a:t>
            </a:r>
          </a:p>
          <a:p>
            <a:r>
              <a:t>Progress Tracking: Integrating interactive checkboxes for tracking milestones.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Empowering the Workforce of Tomorrow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the gap between where employees are and where they want to be.</a:t>
            </a:r>
          </a:p>
          <a:p/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